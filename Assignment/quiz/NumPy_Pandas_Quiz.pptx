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16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7E3D-6F74-8BA6-7A35-38882482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7170B-F8AA-392D-B2DA-983B08775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215E4-DEB4-2164-122B-AECBD8386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39D59-B201-39B8-945D-F34675E36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93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Shivank Singh </a:t>
            </a:r>
            <a:r>
              <a:rPr lang="en-IN" dirty="0" err="1">
                <a:solidFill>
                  <a:schemeClr val="bg1"/>
                </a:solidFill>
              </a:rPr>
              <a:t>chandel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 err="1">
                <a:solidFill>
                  <a:schemeClr val="bg1"/>
                </a:solidFill>
              </a:rPr>
              <a:t>Btech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6434797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_______23 FEB_______________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31F28-2AA8-10C4-711A-E6C2D8BF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75E3DD-FD34-800D-82FE-217EBD81D68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C37F57-68DF-57F2-C908-9BD5E27097A4}"/>
              </a:ext>
            </a:extLst>
          </p:cNvPr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EA881E-832E-79A3-5E33-74F8475BD507}"/>
              </a:ext>
            </a:extLst>
          </p:cNvPr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EEEFE7-430C-41F6-C0AA-99F5123E54C1}"/>
              </a:ext>
            </a:extLst>
          </p:cNvPr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1BEB88-CE2F-85DC-6583-B4908C23A29B}"/>
              </a:ext>
            </a:extLst>
          </p:cNvPr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000D50-1498-A6FA-3CEE-F48CAF1ADBEF}"/>
              </a:ext>
            </a:extLst>
          </p:cNvPr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45A72C-C442-DC7A-2734-9CDF008D7097}"/>
              </a:ext>
            </a:extLst>
          </p:cNvPr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675495-C331-66DC-CE53-5EB2634821E9}"/>
              </a:ext>
            </a:extLst>
          </p:cNvPr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E9D9BC7-B8CC-CBE1-DEE3-EE49A7E7EF91}"/>
              </a:ext>
            </a:extLst>
          </p:cNvPr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856B43F-1C70-FE91-D1ED-3096E5E29C51}"/>
              </a:ext>
            </a:extLst>
          </p:cNvPr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41C2861-2DB5-E372-B97B-56AF9697AA8D}"/>
              </a:ext>
            </a:extLst>
          </p:cNvPr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76CCB8-99E0-68BC-BCE3-BFE7425895DB}"/>
              </a:ext>
            </a:extLst>
          </p:cNvPr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4DFBC52-98A9-149C-DF0C-B7145A11A254}"/>
              </a:ext>
            </a:extLst>
          </p:cNvPr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101AFEF-2FB5-CEF1-06F9-A5D54B5BDF49}"/>
              </a:ext>
            </a:extLst>
          </p:cNvPr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9C8057-B713-75FE-388A-F26ABAF78B12}"/>
              </a:ext>
            </a:extLst>
          </p:cNvPr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23F379-984B-2DB9-D13D-873989A6142F}"/>
              </a:ext>
            </a:extLst>
          </p:cNvPr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058932C-55BF-A548-D41D-59CBC28CFD7E}"/>
              </a:ext>
            </a:extLst>
          </p:cNvPr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C9DFBAE-918E-DA68-4285-D27ACD355DE6}"/>
              </a:ext>
            </a:extLst>
          </p:cNvPr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401D122-D45A-C7F9-A981-6C6DA5CF4844}"/>
              </a:ext>
            </a:extLst>
          </p:cNvPr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4DD2EBE-51EC-446B-59E9-21A494460EF5}"/>
              </a:ext>
            </a:extLst>
          </p:cNvPr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BFA31B1-E904-90A4-C942-D61ECC88DD03}"/>
              </a:ext>
            </a:extLst>
          </p:cNvPr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AA20B24-5E93-F9E0-64BB-84832735DFB5}"/>
              </a:ext>
            </a:extLst>
          </p:cNvPr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C2A40A-68DD-F0E9-0A44-206920482021}"/>
              </a:ext>
            </a:extLst>
          </p:cNvPr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0F4B0CC-A3E2-F8CF-7584-7EF3B4A51149}"/>
              </a:ext>
            </a:extLst>
          </p:cNvPr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5FF344-7671-9FAD-C1C1-4551B6C31750}"/>
              </a:ext>
            </a:extLst>
          </p:cNvPr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094DA4-1DAA-6FE3-FA3C-819D2DFAF740}"/>
              </a:ext>
            </a:extLst>
          </p:cNvPr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A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028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__B_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______A_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_____C__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_____B__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____A___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_____C__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1073</Words>
  <Application>Microsoft Office PowerPoint</Application>
  <PresentationFormat>On-screen Show (16:9)</PresentationFormat>
  <Paragraphs>249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Shivank Singh</cp:lastModifiedBy>
  <cp:revision>3</cp:revision>
  <dcterms:created xsi:type="dcterms:W3CDTF">2026-02-22T18:36:13Z</dcterms:created>
  <dcterms:modified xsi:type="dcterms:W3CDTF">2026-02-23T10:03:09Z</dcterms:modified>
</cp:coreProperties>
</file>